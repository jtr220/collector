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DE PROJET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Collector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d'objets de collection — architecture microservices Go, frontend SvelteKit, deploiement GitOps sur Kubernetes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41248" y="4617720"/>
            <a:ext cx="2011680" cy="0"/>
          </a:xfrm>
          <a:prstGeom prst="line">
            <a:avLst/>
          </a:prstGeom>
          <a:noFill/>
          <a:ln w="25400">
            <a:solidFill>
              <a:srgbClr val="9FD8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800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collector.shop  •  monorepo  •  auth / catalog / price-tracker / notification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marketplace pour objets de collection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EAF4F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besoin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2880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Permettre a des vendeurs et acheteurs d'echanger des objets de collection dans un cadre securise, avec suivi de prix et detection de fraude.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EAF4F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2402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2926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contrainte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3383280"/>
            <a:ext cx="2880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equipe reduite : le systeme doit rester simple a maintenir tout en couvrant catalogue, paiement, messagerie et notifications temps reel.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EAF4F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2402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21040" y="2926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choix d'architecture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3383280"/>
            <a:ext cx="2880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monorepo avec 4 microservices Go et un frontend SvelteKit, pour garder synchrones front, APIs, contrats evenementiels et infrastructure.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— Soutenance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Vue d'ensemble du systeme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975104"/>
            <a:ext cx="223113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SvelteKit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2423160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+ WebSocket client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64208" y="2743200"/>
            <a:ext cx="164592" cy="320040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20040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" y="3255264"/>
            <a:ext cx="23225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auth-service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3703320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roles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73552" y="320040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46704" y="3255264"/>
            <a:ext cx="23225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catalog-service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46704" y="3703320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annonces, achats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98464" y="320040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71616" y="3255264"/>
            <a:ext cx="23225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price-tracker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71616" y="3703320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historique, fraude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723376" y="320040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796528" y="3255264"/>
            <a:ext cx="23225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96528" y="3703320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WS, email, messages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700784" y="4023360"/>
            <a:ext cx="164592" cy="274320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4425696" y="4023360"/>
            <a:ext cx="164592" cy="274320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7150608" y="4023360"/>
            <a:ext cx="164592" cy="274320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9875520" y="4023360"/>
            <a:ext cx="164592" cy="274320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389120"/>
            <a:ext cx="10643616" cy="548640"/>
          </a:xfrm>
          <a:prstGeom prst="roundRect">
            <a:avLst>
              <a:gd name="adj" fmla="val 1333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4389120"/>
            <a:ext cx="10643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 —  collector.events / collector.alerts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966960" y="3200400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9FD8C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040112" y="3255264"/>
            <a:ext cx="154533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40112" y="4160520"/>
            <a:ext cx="154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base par domaine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921240" y="3566160"/>
            <a:ext cx="45720" cy="502920"/>
          </a:xfrm>
          <a:prstGeom prst="line">
            <a:avLst/>
          </a:prstGeom>
          <a:noFill/>
          <a:ln w="19050">
            <a:solidFill>
              <a:srgbClr val="5B6B79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48640" y="5257800"/>
            <a:ext cx="5577840" cy="1005840"/>
          </a:xfrm>
          <a:prstGeom prst="roundRect">
            <a:avLst>
              <a:gd name="adj" fmla="val 7273"/>
            </a:avLst>
          </a:prstGeom>
          <a:solidFill>
            <a:srgbClr val="EAF4F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77240" y="53675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77240" y="569671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: PostgreSQL, RabbitMQ, MailHog, 4 services, front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309360" y="525780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EAF4F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537960" y="53675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/ GitOps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537960" y="569671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Kustomize (base + overlays staging/prod) pilote par Argo CD, Kyverno, cert-manager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— Soutenance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microservices, un domaine chacun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AF4F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3055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0756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auth-service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715768"/>
            <a:ext cx="4882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Inscription, login, JWT HS256, roles, rate-limiting, endpoint interne protege pour la resolution d'utilisateurs, back-office admin.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AF4F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9672" y="213055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0" y="20756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catalog-service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19672" y="2715768"/>
            <a:ext cx="4882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public, gestion vendeur, achat avec reservation transactionnelle, avis, wishlist ; publie price.updated, order.created, order.decided.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05072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AF4F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26110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4206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price-tracker-service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" y="4846320"/>
            <a:ext cx="4882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Consomme price.updated, historise les prix, detecte spike / flood pricing / dumping, publie fraud.alert.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005072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AF4F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9672" y="426110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32320" y="4206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notification-service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19672" y="4846320"/>
            <a:ext cx="4882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Consomme les evenements, notifications temps reel via WebSocket, email SMTP, messagerie directe acheteur/vendeur.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— Soutenance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EVENEMENTIEL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Suivi de prix et detection de fraude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2249424"/>
            <a:ext cx="21396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catalog-service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2697480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 price.updated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980944" y="2500884"/>
            <a:ext cx="393192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3429000" y="219456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02152" y="2249424"/>
            <a:ext cx="21396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02152" y="2697480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collector.events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69864" y="2500884"/>
            <a:ext cx="393192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219456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91072" y="2249424"/>
            <a:ext cx="21396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price-tracker-service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91072" y="2697480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historise + detecte spike / flood / dumping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558784" y="2500884"/>
            <a:ext cx="393192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9006840" y="219456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79992" y="2249424"/>
            <a:ext cx="21396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fraud.alert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79992" y="2697480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 RabbitMQ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89704" y="3017520"/>
            <a:ext cx="164592" cy="320040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67544" y="3017520"/>
            <a:ext cx="164592" cy="320040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3429000" y="347472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502152" y="3529584"/>
            <a:ext cx="21396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notification-service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02152" y="3977640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+ email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006840" y="347472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079992" y="3529584"/>
            <a:ext cx="21396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notification-service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079992" y="3977640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+ email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0080" y="46634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EAF4F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0" y="482803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Interet architectural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51663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catalogue ne depend pas directement du price-tracker ni des notifications : chaque service peut etre teste, deploye et mis a l'echelle separement.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— Soutenance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EVENEMENTIEL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Achat avec validation vendeur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2203704"/>
            <a:ext cx="181965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Acheteur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2926080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/article/:id/buy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67028" y="1764792"/>
            <a:ext cx="329184" cy="329184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1367028" y="1764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51176" y="2592324"/>
            <a:ext cx="182880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2770632" y="214884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43784" y="2203704"/>
            <a:ext cx="181965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catalog-service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43784" y="2926080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pending + article reserve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89020" y="1764792"/>
            <a:ext cx="329184" cy="329184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3589020" y="1764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73168" y="2592324"/>
            <a:ext cx="182880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4992624" y="214884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65776" y="2203704"/>
            <a:ext cx="181965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notification-service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65776" y="2926080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order.created -&gt; vendeur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11012" y="1764792"/>
            <a:ext cx="329184" cy="329184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5811012" y="1764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95160" y="2592324"/>
            <a:ext cx="182880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7214616" y="214884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87768" y="2203704"/>
            <a:ext cx="181965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Vendeur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87768" y="2926080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/order/:id/accept ou reject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33004" y="1764792"/>
            <a:ext cx="329184" cy="329184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6" name="Text 24"/>
          <p:cNvSpPr/>
          <p:nvPr/>
        </p:nvSpPr>
        <p:spPr>
          <a:xfrm>
            <a:off x="8033004" y="1764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217152" y="2592324"/>
            <a:ext cx="182880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9436608" y="214884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509760" y="2203704"/>
            <a:ext cx="181965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notification-service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509760" y="2926080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order.decided -&gt; acheteur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254996" y="1764792"/>
            <a:ext cx="329184" cy="329184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2" name="Text 30"/>
          <p:cNvSpPr/>
          <p:nvPr/>
        </p:nvSpPr>
        <p:spPr>
          <a:xfrm>
            <a:off x="10254996" y="1764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37033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EAF4F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22960" y="38404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ca garantit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22960" y="41605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reservation utilise une logique transactionnelle pour eviter la double vente ; le vendeur garde la main avant finalisation de la transaction.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8463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AF4F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22960" y="498348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reception en temps reel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2960" y="5285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front ouvre une connexion WebSocket vers notification-service avec un JWT ; les messages recus mettent a jour les stores Svelte et rafraichissent l'UI sans rechargement de page.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— Soutenance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Mesures en place et risques suivis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EAF4F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en place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obligatoire (echec si JWT_SECRET absent)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Rate-limiting sur les endpoints d'authentification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interne auth protege par secret partage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borne par FRONTEND_ORIGIN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protege (controle d'Origin)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 durci : type par octets, 5 Mo max, nosniff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Kubernetes via Sealed Secrets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distroless non-root, scan Trivy, SBOM Syft, signature cosign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Kyverno de gouvernance cluster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92024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FF3ED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1031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suivis (plan de remediation)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92240" y="2542032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54203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14032" y="25146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anti-coordonnees personnelles dans la messagerie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92240" y="3255264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D98C4A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32552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14032" y="32278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le JWT front en localStorage par un cookie httpOnly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92240" y="3968496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D98C4A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396849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14032" y="394106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Moderation avant publication d'annonce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92240" y="4681728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9FA6B2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6817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14032" y="465429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Kyverno de Audit a Enforce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92240" y="539496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9FA6B2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5394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14032" y="53675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des metriques applicatives Prometheus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— Soutenance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Indicateurs qualite (ISO 25010) et pipeline CI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1099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108960"/>
                <a:gridCol w="3291840"/>
                <a:gridCol w="14173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Indicateur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Exigence ISO 25010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Bloquant 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Couverture de tests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Fiabilite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test -race + coverage, Vitest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Vulnerabilites CRITICAL/HIGH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Trivy, gosec, govulncheck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Dette technique / code smells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Maintenabilite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SonarCloud, ESLint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(lint)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Latence &amp; erreurs sous charge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Efficacite de performance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Siege / JMeter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(demo)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97680"/>
            <a:ext cx="11109960" cy="1783080"/>
          </a:xfrm>
          <a:prstGeom prst="roundRect">
            <a:avLst>
              <a:gd name="adj" fmla="val 4103"/>
            </a:avLst>
          </a:prstGeom>
          <a:solidFill>
            <a:srgbClr val="EAF4F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44622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4828032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backend, frontend et gitleaks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govulncheck, gosec (SARIF), Trivy — bloquants en CI (exit-code 1)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SonarCloud pour dette technique et couverture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Docker, scan, signature cosign, deploiement GitOps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— Soutenance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Deploiement GitOps sur Kubernetes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2157984"/>
            <a:ext cx="22311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(infra/)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2697480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+ overlays Kustomize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063240" y="2455164"/>
            <a:ext cx="228600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3337560" y="210312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10712" y="2157984"/>
            <a:ext cx="22311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CD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10712" y="2697480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App-of-Apps, convergence continue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60720" y="2455164"/>
            <a:ext cx="228600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5040" y="210312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08192" y="2157984"/>
            <a:ext cx="22311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k3s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08192" y="2697480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staging: auto-sync / prod: manuel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458200" y="2455164"/>
            <a:ext cx="228600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8732520" y="210312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805672" y="2157984"/>
            <a:ext cx="22311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Kyverno / cert-manager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805672" y="2697480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+ certificats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EAF4F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3703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vs prod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77240" y="41148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Overlays Kustomize isolent domaines, secrets, certificats et politique de synchronisation.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43400" y="352044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EAF4F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0" y="3703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0" y="41148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catalog-service garde replicas: 1 tant que le PVC catalog-uploads reste ReadWriteOnce.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38160" y="352044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EAF4F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366760" y="3703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366760" y="41148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Secrets pour les valeurs sensibles versionnees en clair chiffre dans Git.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— Soutenance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actuelles et prochaines etapes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FF3ED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la plus importante du POC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messagerie ne bloque pas encore l'envoi de coordonnees personnelles (email, telephone) dans les messages.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point de remediation prioritaire (P0) car il touche directement le modele economique et l'exigence metier : eviter le contournement de la plateforme.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EAF4F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21031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etapes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542032"/>
            <a:ext cx="4892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anti-coordonnees dans la messagerie (P0)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JWT localStorage -&gt; cookie httpOnly (P1)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Moderation avant publication d'annonce (P1)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Kyverno : passage d'Audit a Enforce (P2)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Metriques applicatives Prometheus (P2)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— Soutenance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188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socle solide, des risques identifies et maitrises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9875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600" dirty="0">
                <a:solidFill>
                  <a:srgbClr val="E3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microservices decouplee par evenements, testable et deployable independamment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600" dirty="0">
                <a:solidFill>
                  <a:srgbClr val="E3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 DevSecOps complete : tests, SAST/SCA, scan d'images, signature, GitOps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600" dirty="0">
                <a:solidFill>
                  <a:srgbClr val="E3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de securite identifies, priorises et places sur un plan de remediation trace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600" dirty="0">
                <a:solidFill>
                  <a:srgbClr val="E3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Competences mobilisees : Go, SvelteKit, RabbitMQ, Kubernetes, Argo CD, securite applicative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— Soutenance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anticipees du jury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AF4F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un monorepo 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historique Git garde synchrones le front, les APIs, les contrats evenementiels et l'infrastructure — plus simple a maintenir pour une equipe reduite.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87452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AF4F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Go 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6517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simples a deployer, binaires statiques, concurrence native utile pour WebSocket/RabbitMQ, ecosysteme solide (HTTP, JWT, SQL, tests).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005072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AF4F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41879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RabbitMQ 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78231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decouple les domaines : une mise a jour de prix alimente historique, fraude et notifications sans bloquer la requete catalogue.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4005072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AF4F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0" y="41879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Kustomize et Argo CD 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478231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base evite la duplication, les overlays isolent staging/prod ; Argo CD fait converger le cluster vers l'etat de Git de facon tracable.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— Soutenance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- Projet Collector</dc:title>
  <dc:subject>PptxGenJS Presentation</dc:subject>
  <dc:creator>Collector</dc:creator>
  <cp:lastModifiedBy>Collector</cp:lastModifiedBy>
  <cp:revision>1</cp:revision>
  <dcterms:created xsi:type="dcterms:W3CDTF">2026-07-09T18:13:18Z</dcterms:created>
  <dcterms:modified xsi:type="dcterms:W3CDTF">2026-07-09T18:13:18Z</dcterms:modified>
</cp:coreProperties>
</file>